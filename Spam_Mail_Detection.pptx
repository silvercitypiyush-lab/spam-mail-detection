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Spam Mail Detection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Filter Unwanted Email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Overview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remains one of the most widely used communication tools, but that popularity makes it a prime target for unsolicited, deceptive, or malicious messages — commonly known as spam.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11064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accounts for a large share of all global email traffic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from harmless advertising to phishing and malware delivery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filtering does not scale — automated detection is essential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systems to adapt to evolving spam tactics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Mail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372100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2194560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5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834640"/>
            <a:ext cx="47320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users receive large volumes of unwanted, harmful, or fraudulent email, leading to wasted time, security risk, and inbox clutter.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40780" y="1920240"/>
            <a:ext cx="5372100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60820" y="2194560"/>
            <a:ext cx="4732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60820" y="2834640"/>
            <a:ext cx="47320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system that automatically classifies incoming email as spam or legitimate (ham) with high accuracy and low false-positive rate.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Mail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Types of Spam Email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476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Spam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94767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Unsolicited bulk promotions for products or services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15768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788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emails designed to steal credentials or personal data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557016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Delivery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6301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carrying infected attachments or malicious links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398264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714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/ 419 Emails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447141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offers or requests designed to extract money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239512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3126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/ Impersonation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531266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forged to appear from a trusted sender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Mail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Spam Detection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379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E6F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379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74036" y="28346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89407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E6F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9407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14316" y="28346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13435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E6F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3435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54596" y="28346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7463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2E6F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7463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294876" y="283464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614916" y="28346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C154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14916" y="28346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/ Ham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72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email text is cleaned, converted into numerical features, and passed through a trained classifier to produce a final label.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Mail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&amp; Feature Extraction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F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 Preprocessing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and removing punctuation/HTML tags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and stop-word removal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or lemmatization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5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Representation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3317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 / TF-IDF vectors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(Word2Vec, GloVe)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features: sender, links, attachments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Mail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Algorithms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677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probabilistic baseline; performs well on text with word-frequency features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82880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677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on high-dimensional, sparse text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1089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564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linear classifier commonly used as a benchmark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01752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1089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4564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trees; robust to noisy features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97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/ LSTM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6451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sequential and contextual patterns in longer messages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206240"/>
            <a:ext cx="5349240" cy="1051560"/>
          </a:xfrm>
          <a:prstGeom prst="roundRect">
            <a:avLst>
              <a:gd name="adj" fmla="val 6087"/>
            </a:avLst>
          </a:prstGeom>
          <a:solidFill>
            <a:srgbClr val="F4F6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4297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(XGBoost)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64515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via boosted ensembles, widely used in practice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Mail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used to assess spam classifiers: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E6F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28600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correctly classified emails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E6F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315468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emails flagged as spam, how many truly are — critical for avoiding lost legitimate mail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E6F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40233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spam, how much was correctly caught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2E6F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92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48920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for balanced evaluation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Mail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1106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 combines text preprocessing, feature engineering, and machine learning classification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algorithm is universally best — model choice depends on data size, accuracy needs, and speed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retraining is necessary as spammers adapt their tactics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deep learning, real-time detection, and multilingual spam filtering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2026-09-25T16:40:41Z</dcterms:created>
  <dcterms:modified xsi:type="dcterms:W3CDTF">2026-09-25T16:40:41Z</dcterms:modified>
</cp:coreProperties>
</file>